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68" r:id="rId14"/>
    <p:sldId id="272" r:id="rId15"/>
  </p:sldIdLst>
  <p:sldSz cx="18288000" cy="10287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jany2006@gmail.com" userId="b1368e3a1c0b535e" providerId="LiveId" clId="{C436B344-76A0-4452-A9BC-A99370015449}"/>
    <pc:docChg chg="undo custSel modSld">
      <pc:chgData name="srujany2006@gmail.com" userId="b1368e3a1c0b535e" providerId="LiveId" clId="{C436B344-76A0-4452-A9BC-A99370015449}" dt="2026-02-19T06:20:01.691" v="168" actId="1076"/>
      <pc:docMkLst>
        <pc:docMk/>
      </pc:docMkLst>
      <pc:sldChg chg="modSp mod">
        <pc:chgData name="srujany2006@gmail.com" userId="b1368e3a1c0b535e" providerId="LiveId" clId="{C436B344-76A0-4452-A9BC-A99370015449}" dt="2026-02-19T06:19:19.568" v="164" actId="1076"/>
        <pc:sldMkLst>
          <pc:docMk/>
          <pc:sldMk cId="0" sldId="257"/>
        </pc:sldMkLst>
        <pc:spChg chg="mod">
          <ac:chgData name="srujany2006@gmail.com" userId="b1368e3a1c0b535e" providerId="LiveId" clId="{C436B344-76A0-4452-A9BC-A99370015449}" dt="2026-02-19T06:19:19.568" v="164" actId="1076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srujany2006@gmail.com" userId="b1368e3a1c0b535e" providerId="LiveId" clId="{C436B344-76A0-4452-A9BC-A99370015449}" dt="2026-02-19T06:18:52.795" v="161" actId="1076"/>
        <pc:sldMkLst>
          <pc:docMk/>
          <pc:sldMk cId="0" sldId="260"/>
        </pc:sldMkLst>
        <pc:spChg chg="mod">
          <ac:chgData name="srujany2006@gmail.com" userId="b1368e3a1c0b535e" providerId="LiveId" clId="{C436B344-76A0-4452-A9BC-A99370015449}" dt="2026-02-19T06:18:52.795" v="161" actId="1076"/>
          <ac:spMkLst>
            <pc:docMk/>
            <pc:sldMk cId="0" sldId="260"/>
            <ac:spMk id="3" creationId="{00000000-0000-0000-0000-000000000000}"/>
          </ac:spMkLst>
        </pc:spChg>
      </pc:sldChg>
      <pc:sldChg chg="delSp modSp mod">
        <pc:chgData name="srujany2006@gmail.com" userId="b1368e3a1c0b535e" providerId="LiveId" clId="{C436B344-76A0-4452-A9BC-A99370015449}" dt="2026-02-19T06:18:39.296" v="160" actId="2711"/>
        <pc:sldMkLst>
          <pc:docMk/>
          <pc:sldMk cId="0" sldId="261"/>
        </pc:sldMkLst>
        <pc:spChg chg="del mod topLvl">
          <ac:chgData name="srujany2006@gmail.com" userId="b1368e3a1c0b535e" providerId="LiveId" clId="{C436B344-76A0-4452-A9BC-A99370015449}" dt="2026-02-19T06:07:10.496" v="41" actId="21"/>
          <ac:spMkLst>
            <pc:docMk/>
            <pc:sldMk cId="0" sldId="261"/>
            <ac:spMk id="13" creationId="{00000000-0000-0000-0000-000000000000}"/>
          </ac:spMkLst>
        </pc:spChg>
        <pc:spChg chg="mod topLvl">
          <ac:chgData name="srujany2006@gmail.com" userId="b1368e3a1c0b535e" providerId="LiveId" clId="{C436B344-76A0-4452-A9BC-A99370015449}" dt="2026-02-19T06:18:39.296" v="160" actId="2711"/>
          <ac:spMkLst>
            <pc:docMk/>
            <pc:sldMk cId="0" sldId="261"/>
            <ac:spMk id="14" creationId="{00000000-0000-0000-0000-000000000000}"/>
          </ac:spMkLst>
        </pc:spChg>
        <pc:grpChg chg="del mod">
          <ac:chgData name="srujany2006@gmail.com" userId="b1368e3a1c0b535e" providerId="LiveId" clId="{C436B344-76A0-4452-A9BC-A99370015449}" dt="2026-02-19T06:07:10.496" v="41" actId="21"/>
          <ac:grpSpMkLst>
            <pc:docMk/>
            <pc:sldMk cId="0" sldId="261"/>
            <ac:grpSpMk id="12" creationId="{00000000-0000-0000-0000-000000000000}"/>
          </ac:grpSpMkLst>
        </pc:grpChg>
      </pc:sldChg>
      <pc:sldChg chg="delSp modSp mod">
        <pc:chgData name="srujany2006@gmail.com" userId="b1368e3a1c0b535e" providerId="LiveId" clId="{C436B344-76A0-4452-A9BC-A99370015449}" dt="2026-02-19T06:17:26.445" v="156" actId="1076"/>
        <pc:sldMkLst>
          <pc:docMk/>
          <pc:sldMk cId="0" sldId="262"/>
        </pc:sldMkLst>
        <pc:spChg chg="del mod topLvl">
          <ac:chgData name="srujany2006@gmail.com" userId="b1368e3a1c0b535e" providerId="LiveId" clId="{C436B344-76A0-4452-A9BC-A99370015449}" dt="2026-02-19T06:07:34.156" v="46" actId="21"/>
          <ac:spMkLst>
            <pc:docMk/>
            <pc:sldMk cId="0" sldId="262"/>
            <ac:spMk id="3" creationId="{00000000-0000-0000-0000-000000000000}"/>
          </ac:spMkLst>
        </pc:spChg>
        <pc:spChg chg="mod topLvl">
          <ac:chgData name="srujany2006@gmail.com" userId="b1368e3a1c0b535e" providerId="LiveId" clId="{C436B344-76A0-4452-A9BC-A99370015449}" dt="2026-02-19T06:17:26.445" v="156" actId="1076"/>
          <ac:spMkLst>
            <pc:docMk/>
            <pc:sldMk cId="0" sldId="262"/>
            <ac:spMk id="4" creationId="{00000000-0000-0000-0000-000000000000}"/>
          </ac:spMkLst>
        </pc:spChg>
        <pc:grpChg chg="del mod">
          <ac:chgData name="srujany2006@gmail.com" userId="b1368e3a1c0b535e" providerId="LiveId" clId="{C436B344-76A0-4452-A9BC-A99370015449}" dt="2026-02-19T06:07:34.156" v="46" actId="21"/>
          <ac:grpSpMkLst>
            <pc:docMk/>
            <pc:sldMk cId="0" sldId="262"/>
            <ac:grpSpMk id="2" creationId="{00000000-0000-0000-0000-000000000000}"/>
          </ac:grpSpMkLst>
        </pc:grpChg>
      </pc:sldChg>
      <pc:sldChg chg="delSp modSp mod">
        <pc:chgData name="srujany2006@gmail.com" userId="b1368e3a1c0b535e" providerId="LiveId" clId="{C436B344-76A0-4452-A9BC-A99370015449}" dt="2026-02-19T06:17:11.938" v="153" actId="1076"/>
        <pc:sldMkLst>
          <pc:docMk/>
          <pc:sldMk cId="0" sldId="263"/>
        </pc:sldMkLst>
        <pc:spChg chg="del mod topLvl">
          <ac:chgData name="srujany2006@gmail.com" userId="b1368e3a1c0b535e" providerId="LiveId" clId="{C436B344-76A0-4452-A9BC-A99370015449}" dt="2026-02-19T06:08:44.289" v="51" actId="21"/>
          <ac:spMkLst>
            <pc:docMk/>
            <pc:sldMk cId="0" sldId="263"/>
            <ac:spMk id="22" creationId="{DAC8E58B-2585-ACDA-C94A-9E5A987A3206}"/>
          </ac:spMkLst>
        </pc:spChg>
        <pc:spChg chg="mod topLvl">
          <ac:chgData name="srujany2006@gmail.com" userId="b1368e3a1c0b535e" providerId="LiveId" clId="{C436B344-76A0-4452-A9BC-A99370015449}" dt="2026-02-19T06:17:11.938" v="153" actId="1076"/>
          <ac:spMkLst>
            <pc:docMk/>
            <pc:sldMk cId="0" sldId="263"/>
            <ac:spMk id="23" creationId="{68E4141A-973D-9882-9FAE-ABECCF68F5F7}"/>
          </ac:spMkLst>
        </pc:spChg>
        <pc:grpChg chg="del">
          <ac:chgData name="srujany2006@gmail.com" userId="b1368e3a1c0b535e" providerId="LiveId" clId="{C436B344-76A0-4452-A9BC-A99370015449}" dt="2026-02-19T06:08:44.289" v="51" actId="21"/>
          <ac:grpSpMkLst>
            <pc:docMk/>
            <pc:sldMk cId="0" sldId="263"/>
            <ac:grpSpMk id="21" creationId="{8FC462EC-8C3C-73BE-AE13-4C1E7CD7579B}"/>
          </ac:grpSpMkLst>
        </pc:grpChg>
      </pc:sldChg>
      <pc:sldChg chg="delSp modSp mod">
        <pc:chgData name="srujany2006@gmail.com" userId="b1368e3a1c0b535e" providerId="LiveId" clId="{C436B344-76A0-4452-A9BC-A99370015449}" dt="2026-02-19T06:19:36.185" v="165" actId="1076"/>
        <pc:sldMkLst>
          <pc:docMk/>
          <pc:sldMk cId="0" sldId="264"/>
        </pc:sldMkLst>
        <pc:spChg chg="del mod topLvl">
          <ac:chgData name="srujany2006@gmail.com" userId="b1368e3a1c0b535e" providerId="LiveId" clId="{C436B344-76A0-4452-A9BC-A99370015449}" dt="2026-02-19T06:09:16.895" v="63" actId="21"/>
          <ac:spMkLst>
            <pc:docMk/>
            <pc:sldMk cId="0" sldId="264"/>
            <ac:spMk id="3" creationId="{00000000-0000-0000-0000-000000000000}"/>
          </ac:spMkLst>
        </pc:spChg>
        <pc:spChg chg="mod topLvl">
          <ac:chgData name="srujany2006@gmail.com" userId="b1368e3a1c0b535e" providerId="LiveId" clId="{C436B344-76A0-4452-A9BC-A99370015449}" dt="2026-02-19T06:19:36.185" v="165" actId="1076"/>
          <ac:spMkLst>
            <pc:docMk/>
            <pc:sldMk cId="0" sldId="264"/>
            <ac:spMk id="4" creationId="{00000000-0000-0000-0000-000000000000}"/>
          </ac:spMkLst>
        </pc:spChg>
        <pc:grpChg chg="del mod">
          <ac:chgData name="srujany2006@gmail.com" userId="b1368e3a1c0b535e" providerId="LiveId" clId="{C436B344-76A0-4452-A9BC-A99370015449}" dt="2026-02-19T06:09:16.895" v="63" actId="21"/>
          <ac:grpSpMkLst>
            <pc:docMk/>
            <pc:sldMk cId="0" sldId="264"/>
            <ac:grpSpMk id="2" creationId="{00000000-0000-0000-0000-000000000000}"/>
          </ac:grpSpMkLst>
        </pc:grpChg>
      </pc:sldChg>
      <pc:sldChg chg="delSp modSp mod">
        <pc:chgData name="srujany2006@gmail.com" userId="b1368e3a1c0b535e" providerId="LiveId" clId="{C436B344-76A0-4452-A9BC-A99370015449}" dt="2026-02-19T06:19:47.214" v="166" actId="1076"/>
        <pc:sldMkLst>
          <pc:docMk/>
          <pc:sldMk cId="0" sldId="265"/>
        </pc:sldMkLst>
        <pc:spChg chg="del mod topLvl">
          <ac:chgData name="srujany2006@gmail.com" userId="b1368e3a1c0b535e" providerId="LiveId" clId="{C436B344-76A0-4452-A9BC-A99370015449}" dt="2026-02-19T06:09:50.137" v="69" actId="21"/>
          <ac:spMkLst>
            <pc:docMk/>
            <pc:sldMk cId="0" sldId="265"/>
            <ac:spMk id="3" creationId="{00000000-0000-0000-0000-000000000000}"/>
          </ac:spMkLst>
        </pc:spChg>
        <pc:spChg chg="mod topLvl">
          <ac:chgData name="srujany2006@gmail.com" userId="b1368e3a1c0b535e" providerId="LiveId" clId="{C436B344-76A0-4452-A9BC-A99370015449}" dt="2026-02-19T06:19:47.214" v="166" actId="1076"/>
          <ac:spMkLst>
            <pc:docMk/>
            <pc:sldMk cId="0" sldId="265"/>
            <ac:spMk id="4" creationId="{00000000-0000-0000-0000-000000000000}"/>
          </ac:spMkLst>
        </pc:spChg>
        <pc:grpChg chg="del">
          <ac:chgData name="srujany2006@gmail.com" userId="b1368e3a1c0b535e" providerId="LiveId" clId="{C436B344-76A0-4452-A9BC-A99370015449}" dt="2026-02-19T06:09:50.137" v="69" actId="21"/>
          <ac:grpSpMkLst>
            <pc:docMk/>
            <pc:sldMk cId="0" sldId="265"/>
            <ac:grpSpMk id="2" creationId="{00000000-0000-0000-0000-000000000000}"/>
          </ac:grpSpMkLst>
        </pc:grpChg>
      </pc:sldChg>
      <pc:sldChg chg="delSp modSp mod">
        <pc:chgData name="srujany2006@gmail.com" userId="b1368e3a1c0b535e" providerId="LiveId" clId="{C436B344-76A0-4452-A9BC-A99370015449}" dt="2026-02-19T06:20:01.691" v="168" actId="1076"/>
        <pc:sldMkLst>
          <pc:docMk/>
          <pc:sldMk cId="0" sldId="266"/>
        </pc:sldMkLst>
        <pc:spChg chg="del mod topLvl">
          <ac:chgData name="srujany2006@gmail.com" userId="b1368e3a1c0b535e" providerId="LiveId" clId="{C436B344-76A0-4452-A9BC-A99370015449}" dt="2026-02-19T06:10:24.890" v="82" actId="21"/>
          <ac:spMkLst>
            <pc:docMk/>
            <pc:sldMk cId="0" sldId="266"/>
            <ac:spMk id="3" creationId="{00000000-0000-0000-0000-000000000000}"/>
          </ac:spMkLst>
        </pc:spChg>
        <pc:spChg chg="mod topLvl">
          <ac:chgData name="srujany2006@gmail.com" userId="b1368e3a1c0b535e" providerId="LiveId" clId="{C436B344-76A0-4452-A9BC-A99370015449}" dt="2026-02-19T06:20:01.691" v="168" actId="1076"/>
          <ac:spMkLst>
            <pc:docMk/>
            <pc:sldMk cId="0" sldId="266"/>
            <ac:spMk id="4" creationId="{00000000-0000-0000-0000-000000000000}"/>
          </ac:spMkLst>
        </pc:spChg>
        <pc:grpChg chg="del">
          <ac:chgData name="srujany2006@gmail.com" userId="b1368e3a1c0b535e" providerId="LiveId" clId="{C436B344-76A0-4452-A9BC-A99370015449}" dt="2026-02-19T06:10:24.890" v="82" actId="21"/>
          <ac:grpSpMkLst>
            <pc:docMk/>
            <pc:sldMk cId="0" sldId="266"/>
            <ac:grpSpMk id="2" creationId="{00000000-0000-0000-0000-000000000000}"/>
          </ac:grpSpMkLst>
        </pc:grpChg>
      </pc:sldChg>
      <pc:sldChg chg="delSp modSp mod">
        <pc:chgData name="srujany2006@gmail.com" userId="b1368e3a1c0b535e" providerId="LiveId" clId="{C436B344-76A0-4452-A9BC-A99370015449}" dt="2026-02-19T06:14:03.311" v="130" actId="255"/>
        <pc:sldMkLst>
          <pc:docMk/>
          <pc:sldMk cId="0" sldId="267"/>
        </pc:sldMkLst>
        <pc:spChg chg="del mod topLvl">
          <ac:chgData name="srujany2006@gmail.com" userId="b1368e3a1c0b535e" providerId="LiveId" clId="{C436B344-76A0-4452-A9BC-A99370015449}" dt="2026-02-19T06:10:40.646" v="88" actId="21"/>
          <ac:spMkLst>
            <pc:docMk/>
            <pc:sldMk cId="0" sldId="267"/>
            <ac:spMk id="3" creationId="{00000000-0000-0000-0000-000000000000}"/>
          </ac:spMkLst>
        </pc:spChg>
        <pc:spChg chg="mod topLvl">
          <ac:chgData name="srujany2006@gmail.com" userId="b1368e3a1c0b535e" providerId="LiveId" clId="{C436B344-76A0-4452-A9BC-A99370015449}" dt="2026-02-19T06:14:03.311" v="130" actId="255"/>
          <ac:spMkLst>
            <pc:docMk/>
            <pc:sldMk cId="0" sldId="267"/>
            <ac:spMk id="4" creationId="{00000000-0000-0000-0000-000000000000}"/>
          </ac:spMkLst>
        </pc:spChg>
        <pc:grpChg chg="del">
          <ac:chgData name="srujany2006@gmail.com" userId="b1368e3a1c0b535e" providerId="LiveId" clId="{C436B344-76A0-4452-A9BC-A99370015449}" dt="2026-02-19T06:10:40.646" v="88" actId="21"/>
          <ac:grpSpMkLst>
            <pc:docMk/>
            <pc:sldMk cId="0" sldId="267"/>
            <ac:grpSpMk id="2" creationId="{00000000-0000-0000-0000-000000000000}"/>
          </ac:grpSpMkLst>
        </pc:grpChg>
      </pc:sldChg>
      <pc:sldChg chg="delSp modSp mod">
        <pc:chgData name="srujany2006@gmail.com" userId="b1368e3a1c0b535e" providerId="LiveId" clId="{C436B344-76A0-4452-A9BC-A99370015449}" dt="2026-02-19T06:14:27.170" v="134" actId="14100"/>
        <pc:sldMkLst>
          <pc:docMk/>
          <pc:sldMk cId="0" sldId="268"/>
        </pc:sldMkLst>
        <pc:spChg chg="del mod topLvl">
          <ac:chgData name="srujany2006@gmail.com" userId="b1368e3a1c0b535e" providerId="LiveId" clId="{C436B344-76A0-4452-A9BC-A99370015449}" dt="2026-02-19T06:11:41.215" v="103" actId="21"/>
          <ac:spMkLst>
            <pc:docMk/>
            <pc:sldMk cId="0" sldId="268"/>
            <ac:spMk id="3" creationId="{00000000-0000-0000-0000-000000000000}"/>
          </ac:spMkLst>
        </pc:spChg>
        <pc:spChg chg="mod topLvl">
          <ac:chgData name="srujany2006@gmail.com" userId="b1368e3a1c0b535e" providerId="LiveId" clId="{C436B344-76A0-4452-A9BC-A99370015449}" dt="2026-02-19T06:14:27.170" v="134" actId="14100"/>
          <ac:spMkLst>
            <pc:docMk/>
            <pc:sldMk cId="0" sldId="268"/>
            <ac:spMk id="4" creationId="{00000000-0000-0000-0000-000000000000}"/>
          </ac:spMkLst>
        </pc:spChg>
        <pc:grpChg chg="del">
          <ac:chgData name="srujany2006@gmail.com" userId="b1368e3a1c0b535e" providerId="LiveId" clId="{C436B344-76A0-4452-A9BC-A99370015449}" dt="2026-02-19T06:11:41.215" v="103" actId="21"/>
          <ac:grpSpMkLst>
            <pc:docMk/>
            <pc:sldMk cId="0" sldId="268"/>
            <ac:grpSpMk id="2" creationId="{00000000-0000-0000-0000-000000000000}"/>
          </ac:grpSpMkLst>
        </pc:grpChg>
      </pc:sldChg>
      <pc:sldChg chg="delSp modSp mod">
        <pc:chgData name="srujany2006@gmail.com" userId="b1368e3a1c0b535e" providerId="LiveId" clId="{C436B344-76A0-4452-A9BC-A99370015449}" dt="2026-02-19T06:14:12.231" v="131" actId="255"/>
        <pc:sldMkLst>
          <pc:docMk/>
          <pc:sldMk cId="2420233115" sldId="269"/>
        </pc:sldMkLst>
        <pc:spChg chg="del mod topLvl">
          <ac:chgData name="srujany2006@gmail.com" userId="b1368e3a1c0b535e" providerId="LiveId" clId="{C436B344-76A0-4452-A9BC-A99370015449}" dt="2026-02-19T06:11:11.999" v="95" actId="21"/>
          <ac:spMkLst>
            <pc:docMk/>
            <pc:sldMk cId="2420233115" sldId="269"/>
            <ac:spMk id="3" creationId="{DED485C0-CA21-6E84-0820-BD3382724FEB}"/>
          </ac:spMkLst>
        </pc:spChg>
        <pc:spChg chg="mod topLvl">
          <ac:chgData name="srujany2006@gmail.com" userId="b1368e3a1c0b535e" providerId="LiveId" clId="{C436B344-76A0-4452-A9BC-A99370015449}" dt="2026-02-19T06:14:12.231" v="131" actId="255"/>
          <ac:spMkLst>
            <pc:docMk/>
            <pc:sldMk cId="2420233115" sldId="269"/>
            <ac:spMk id="4" creationId="{F16A9012-F0E0-A7BE-B7C7-E6E150BB5797}"/>
          </ac:spMkLst>
        </pc:spChg>
        <pc:grpChg chg="del">
          <ac:chgData name="srujany2006@gmail.com" userId="b1368e3a1c0b535e" providerId="LiveId" clId="{C436B344-76A0-4452-A9BC-A99370015449}" dt="2026-02-19T06:11:11.999" v="95" actId="21"/>
          <ac:grpSpMkLst>
            <pc:docMk/>
            <pc:sldMk cId="2420233115" sldId="269"/>
            <ac:grpSpMk id="2" creationId="{D331399B-CA0A-5247-2C63-9C334C8933B4}"/>
          </ac:grpSpMkLst>
        </pc:grpChg>
      </pc:sldChg>
      <pc:sldChg chg="delSp modSp mod">
        <pc:chgData name="srujany2006@gmail.com" userId="b1368e3a1c0b535e" providerId="LiveId" clId="{C436B344-76A0-4452-A9BC-A99370015449}" dt="2026-02-19T06:14:17.280" v="132" actId="255"/>
        <pc:sldMkLst>
          <pc:docMk/>
          <pc:sldMk cId="1287150204" sldId="270"/>
        </pc:sldMkLst>
        <pc:spChg chg="del mod topLvl">
          <ac:chgData name="srujany2006@gmail.com" userId="b1368e3a1c0b535e" providerId="LiveId" clId="{C436B344-76A0-4452-A9BC-A99370015449}" dt="2026-02-19T06:11:30.266" v="100" actId="21"/>
          <ac:spMkLst>
            <pc:docMk/>
            <pc:sldMk cId="1287150204" sldId="270"/>
            <ac:spMk id="3" creationId="{3C5264E2-F033-D292-079E-A91DD6D70B99}"/>
          </ac:spMkLst>
        </pc:spChg>
        <pc:spChg chg="mod topLvl">
          <ac:chgData name="srujany2006@gmail.com" userId="b1368e3a1c0b535e" providerId="LiveId" clId="{C436B344-76A0-4452-A9BC-A99370015449}" dt="2026-02-19T06:14:17.280" v="132" actId="255"/>
          <ac:spMkLst>
            <pc:docMk/>
            <pc:sldMk cId="1287150204" sldId="270"/>
            <ac:spMk id="4" creationId="{44B8D09C-5941-233B-DBFB-6D3300771D29}"/>
          </ac:spMkLst>
        </pc:spChg>
        <pc:grpChg chg="del">
          <ac:chgData name="srujany2006@gmail.com" userId="b1368e3a1c0b535e" providerId="LiveId" clId="{C436B344-76A0-4452-A9BC-A99370015449}" dt="2026-02-19T06:11:30.266" v="100" actId="21"/>
          <ac:grpSpMkLst>
            <pc:docMk/>
            <pc:sldMk cId="1287150204" sldId="270"/>
            <ac:grpSpMk id="2" creationId="{1BA62B56-CE31-89A3-0D8C-57747A977E6A}"/>
          </ac:grpSpMkLst>
        </pc:grpChg>
      </pc:sldChg>
      <pc:sldChg chg="delSp modSp mod">
        <pc:chgData name="srujany2006@gmail.com" userId="b1368e3a1c0b535e" providerId="LiveId" clId="{C436B344-76A0-4452-A9BC-A99370015449}" dt="2026-02-19T06:12:32.319" v="116" actId="1076"/>
        <pc:sldMkLst>
          <pc:docMk/>
          <pc:sldMk cId="4271423128" sldId="272"/>
        </pc:sldMkLst>
        <pc:spChg chg="del mod topLvl">
          <ac:chgData name="srujany2006@gmail.com" userId="b1368e3a1c0b535e" providerId="LiveId" clId="{C436B344-76A0-4452-A9BC-A99370015449}" dt="2026-02-19T06:11:57.156" v="108" actId="21"/>
          <ac:spMkLst>
            <pc:docMk/>
            <pc:sldMk cId="4271423128" sldId="272"/>
            <ac:spMk id="3" creationId="{6F6AD371-599D-82DE-DF66-EC3D81A90C8B}"/>
          </ac:spMkLst>
        </pc:spChg>
        <pc:spChg chg="del mod topLvl">
          <ac:chgData name="srujany2006@gmail.com" userId="b1368e3a1c0b535e" providerId="LiveId" clId="{C436B344-76A0-4452-A9BC-A99370015449}" dt="2026-02-19T06:12:09.924" v="111" actId="21"/>
          <ac:spMkLst>
            <pc:docMk/>
            <pc:sldMk cId="4271423128" sldId="272"/>
            <ac:spMk id="4" creationId="{3A8FCD0B-9F12-F499-2A4D-E75500BD91C1}"/>
          </ac:spMkLst>
        </pc:spChg>
        <pc:spChg chg="mod">
          <ac:chgData name="srujany2006@gmail.com" userId="b1368e3a1c0b535e" providerId="LiveId" clId="{C436B344-76A0-4452-A9BC-A99370015449}" dt="2026-02-19T06:12:32.319" v="116" actId="1076"/>
          <ac:spMkLst>
            <pc:docMk/>
            <pc:sldMk cId="4271423128" sldId="272"/>
            <ac:spMk id="7" creationId="{D56D85E4-C09A-F90C-E80E-57B74B1963C3}"/>
          </ac:spMkLst>
        </pc:spChg>
        <pc:spChg chg="mod">
          <ac:chgData name="srujany2006@gmail.com" userId="b1368e3a1c0b535e" providerId="LiveId" clId="{C436B344-76A0-4452-A9BC-A99370015449}" dt="2026-02-19T06:12:24.138" v="114" actId="1076"/>
          <ac:spMkLst>
            <pc:docMk/>
            <pc:sldMk cId="4271423128" sldId="272"/>
            <ac:spMk id="8" creationId="{FBFA19F1-B326-3D02-CAA2-524AE7D8C0C7}"/>
          </ac:spMkLst>
        </pc:spChg>
        <pc:grpChg chg="del">
          <ac:chgData name="srujany2006@gmail.com" userId="b1368e3a1c0b535e" providerId="LiveId" clId="{C436B344-76A0-4452-A9BC-A99370015449}" dt="2026-02-19T06:11:57.156" v="108" actId="21"/>
          <ac:grpSpMkLst>
            <pc:docMk/>
            <pc:sldMk cId="4271423128" sldId="272"/>
            <ac:grpSpMk id="2" creationId="{8A2624A9-C77E-F0A9-3B5B-98956E86B77B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0" y="10134600"/>
            <a:ext cx="13716000" cy="152400"/>
          </a:xfrm>
          <a:custGeom>
            <a:avLst/>
            <a:gdLst/>
            <a:ahLst/>
            <a:cxnLst/>
            <a:rect l="l" t="t" r="r" b="b"/>
            <a:pathLst>
              <a:path w="13716000" h="1524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1" b="-398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4600"/>
            <a:ext cx="3898078" cy="152400"/>
          </a:xfrm>
          <a:custGeom>
            <a:avLst/>
            <a:gdLst/>
            <a:ahLst/>
            <a:cxnLst/>
            <a:rect l="l" t="t" r="r" b="b"/>
            <a:pathLst>
              <a:path w="3898078" h="152400">
                <a:moveTo>
                  <a:pt x="0" y="0"/>
                </a:moveTo>
                <a:lnTo>
                  <a:pt x="3898078" y="0"/>
                </a:lnTo>
                <a:lnTo>
                  <a:pt x="3898078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86081" b="-1846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89922" y="10134600"/>
            <a:ext cx="3898078" cy="158248"/>
          </a:xfrm>
          <a:custGeom>
            <a:avLst/>
            <a:gdLst/>
            <a:ahLst/>
            <a:cxnLst/>
            <a:rect l="l" t="t" r="r" b="b"/>
            <a:pathLst>
              <a:path w="3898078" h="158248">
                <a:moveTo>
                  <a:pt x="0" y="0"/>
                </a:moveTo>
                <a:lnTo>
                  <a:pt x="3898078" y="0"/>
                </a:lnTo>
                <a:lnTo>
                  <a:pt x="3898078" y="158248"/>
                </a:lnTo>
                <a:lnTo>
                  <a:pt x="0" y="15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00885" b="-1846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146422" y="1127274"/>
            <a:ext cx="5893203" cy="1999859"/>
          </a:xfrm>
          <a:custGeom>
            <a:avLst/>
            <a:gdLst/>
            <a:ahLst/>
            <a:cxnLst/>
            <a:rect l="l" t="t" r="r" b="b"/>
            <a:pathLst>
              <a:path w="5893203" h="1999859">
                <a:moveTo>
                  <a:pt x="0" y="0"/>
                </a:moveTo>
                <a:lnTo>
                  <a:pt x="5893203" y="0"/>
                </a:lnTo>
                <a:lnTo>
                  <a:pt x="5893203" y="1999860"/>
                </a:lnTo>
                <a:lnTo>
                  <a:pt x="0" y="1999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935" t="-264897" r="-89067" b="-265420"/>
            </a:stretch>
          </a:blipFill>
        </p:spPr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7E79A693-A5FE-689E-36A0-7DF07140C2A0}"/>
              </a:ext>
            </a:extLst>
          </p:cNvPr>
          <p:cNvSpPr/>
          <p:nvPr/>
        </p:nvSpPr>
        <p:spPr>
          <a:xfrm>
            <a:off x="2249714" y="10134600"/>
            <a:ext cx="13716000" cy="152400"/>
          </a:xfrm>
          <a:custGeom>
            <a:avLst/>
            <a:gdLst/>
            <a:ahLst/>
            <a:cxnLst/>
            <a:rect l="l" t="t" r="r" b="b"/>
            <a:pathLst>
              <a:path w="13716000" h="1524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1" b="-3981"/>
            </a:stretch>
          </a:blipFill>
        </p:spPr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9360DB6D-CF49-A49D-7C3B-68D6123B95AF}"/>
              </a:ext>
            </a:extLst>
          </p:cNvPr>
          <p:cNvSpPr/>
          <p:nvPr/>
        </p:nvSpPr>
        <p:spPr>
          <a:xfrm>
            <a:off x="-36286" y="10134600"/>
            <a:ext cx="3898078" cy="152400"/>
          </a:xfrm>
          <a:custGeom>
            <a:avLst/>
            <a:gdLst/>
            <a:ahLst/>
            <a:cxnLst/>
            <a:rect l="l" t="t" r="r" b="b"/>
            <a:pathLst>
              <a:path w="3898078" h="152400">
                <a:moveTo>
                  <a:pt x="0" y="0"/>
                </a:moveTo>
                <a:lnTo>
                  <a:pt x="3898078" y="0"/>
                </a:lnTo>
                <a:lnTo>
                  <a:pt x="3898078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86081" b="-18462"/>
            </a:stretch>
          </a:blipFill>
        </p:spPr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0D87994D-1151-B1E4-3BED-8E47FAA36CA4}"/>
              </a:ext>
            </a:extLst>
          </p:cNvPr>
          <p:cNvSpPr/>
          <p:nvPr/>
        </p:nvSpPr>
        <p:spPr>
          <a:xfrm>
            <a:off x="14353636" y="10134600"/>
            <a:ext cx="3898078" cy="158248"/>
          </a:xfrm>
          <a:custGeom>
            <a:avLst/>
            <a:gdLst/>
            <a:ahLst/>
            <a:cxnLst/>
            <a:rect l="l" t="t" r="r" b="b"/>
            <a:pathLst>
              <a:path w="3898078" h="158248">
                <a:moveTo>
                  <a:pt x="0" y="0"/>
                </a:moveTo>
                <a:lnTo>
                  <a:pt x="3898078" y="0"/>
                </a:lnTo>
                <a:lnTo>
                  <a:pt x="3898078" y="158248"/>
                </a:lnTo>
                <a:lnTo>
                  <a:pt x="0" y="15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00885" b="-18460"/>
            </a:stretch>
          </a:blipFill>
        </p:spPr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BD8F4AF-1FA7-5F73-0F68-06A8B7C8B158}"/>
              </a:ext>
            </a:extLst>
          </p:cNvPr>
          <p:cNvSpPr/>
          <p:nvPr/>
        </p:nvSpPr>
        <p:spPr>
          <a:xfrm>
            <a:off x="11146422" y="1129088"/>
            <a:ext cx="5893203" cy="1999859"/>
          </a:xfrm>
          <a:custGeom>
            <a:avLst/>
            <a:gdLst/>
            <a:ahLst/>
            <a:cxnLst/>
            <a:rect l="l" t="t" r="r" b="b"/>
            <a:pathLst>
              <a:path w="5893203" h="1999859">
                <a:moveTo>
                  <a:pt x="0" y="0"/>
                </a:moveTo>
                <a:lnTo>
                  <a:pt x="5893203" y="0"/>
                </a:lnTo>
                <a:lnTo>
                  <a:pt x="5893203" y="1999860"/>
                </a:lnTo>
                <a:lnTo>
                  <a:pt x="0" y="1999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935" t="-264897" r="-89067" b="-265420"/>
            </a:stretch>
          </a:blipFill>
        </p:spPr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63AD2B74-144A-B9F4-0943-C5C727DE5BD9}"/>
              </a:ext>
            </a:extLst>
          </p:cNvPr>
          <p:cNvSpPr txBox="1"/>
          <p:nvPr/>
        </p:nvSpPr>
        <p:spPr>
          <a:xfrm>
            <a:off x="762000" y="4610100"/>
            <a:ext cx="15774000" cy="3107917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>
              <a:lnSpc>
                <a:spcPts val="7128"/>
              </a:lnSpc>
            </a:pPr>
            <a:r>
              <a:rPr lang="en-US" sz="8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Risk-Aware UAV Path Planning Under Communication Uncertainty</a:t>
            </a:r>
            <a:endParaRPr lang="en-US" sz="8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0" y="10134600"/>
            <a:ext cx="13716000" cy="152400"/>
          </a:xfrm>
          <a:custGeom>
            <a:avLst/>
            <a:gdLst/>
            <a:ahLst/>
            <a:cxnLst/>
            <a:rect l="l" t="t" r="r" b="b"/>
            <a:pathLst>
              <a:path w="13716000" h="1524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1" b="-398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4600"/>
            <a:ext cx="3898078" cy="152400"/>
          </a:xfrm>
          <a:custGeom>
            <a:avLst/>
            <a:gdLst/>
            <a:ahLst/>
            <a:cxnLst/>
            <a:rect l="l" t="t" r="r" b="b"/>
            <a:pathLst>
              <a:path w="3898078" h="152400">
                <a:moveTo>
                  <a:pt x="0" y="0"/>
                </a:moveTo>
                <a:lnTo>
                  <a:pt x="3898078" y="0"/>
                </a:lnTo>
                <a:lnTo>
                  <a:pt x="3898078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86081" b="-1846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89922" y="10134600"/>
            <a:ext cx="3898078" cy="158248"/>
          </a:xfrm>
          <a:custGeom>
            <a:avLst/>
            <a:gdLst/>
            <a:ahLst/>
            <a:cxnLst/>
            <a:rect l="l" t="t" r="r" b="b"/>
            <a:pathLst>
              <a:path w="3898078" h="158248">
                <a:moveTo>
                  <a:pt x="0" y="0"/>
                </a:moveTo>
                <a:lnTo>
                  <a:pt x="3898078" y="0"/>
                </a:lnTo>
                <a:lnTo>
                  <a:pt x="3898078" y="158248"/>
                </a:lnTo>
                <a:lnTo>
                  <a:pt x="0" y="15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00885" b="-1846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8220" y="9058418"/>
            <a:ext cx="2048723" cy="898484"/>
          </a:xfrm>
          <a:custGeom>
            <a:avLst/>
            <a:gdLst/>
            <a:ahLst/>
            <a:cxnLst/>
            <a:rect l="l" t="t" r="r" b="b"/>
            <a:pathLst>
              <a:path w="2048723" h="898484">
                <a:moveTo>
                  <a:pt x="0" y="0"/>
                </a:moveTo>
                <a:lnTo>
                  <a:pt x="2048722" y="0"/>
                </a:lnTo>
                <a:lnTo>
                  <a:pt x="2048722" y="898484"/>
                </a:lnTo>
                <a:lnTo>
                  <a:pt x="0" y="898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571" t="-164493" r="-72155" b="-164858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204016" y="9427016"/>
            <a:ext cx="826684" cy="566139"/>
            <a:chOff x="0" y="0"/>
            <a:chExt cx="1102246" cy="7548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2242" cy="754854"/>
            </a:xfrm>
            <a:custGeom>
              <a:avLst/>
              <a:gdLst/>
              <a:ahLst/>
              <a:cxnLst/>
              <a:rect l="l" t="t" r="r" b="b"/>
              <a:pathLst>
                <a:path w="1102242" h="754854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r="-3786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02246" cy="7739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|  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87200" y="9427007"/>
            <a:ext cx="4316816" cy="566139"/>
            <a:chOff x="0" y="0"/>
            <a:chExt cx="5755754" cy="7548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55756" cy="754854"/>
            </a:xfrm>
            <a:custGeom>
              <a:avLst/>
              <a:gdLst/>
              <a:ahLst/>
              <a:cxnLst/>
              <a:rect l="l" t="t" r="r" b="b"/>
              <a:pathLst>
                <a:path w="5755756" h="754854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573" b="-98572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755754" cy="7739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01/07/19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04800" y="598941"/>
            <a:ext cx="17244000" cy="198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7419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 Objective</a:t>
            </a:r>
            <a:endParaRPr lang="en-US" sz="8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137642" y="5973550"/>
            <a:ext cx="11532233" cy="2759107"/>
            <a:chOff x="0" y="-133349"/>
            <a:chExt cx="15376310" cy="3678810"/>
          </a:xfrm>
        </p:grpSpPr>
        <p:sp>
          <p:nvSpPr>
            <p:cNvPr id="19" name="TextBox 19"/>
            <p:cNvSpPr txBox="1"/>
            <p:nvPr/>
          </p:nvSpPr>
          <p:spPr>
            <a:xfrm>
              <a:off x="402617" y="-133349"/>
              <a:ext cx="14814983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IN" sz="54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 Challenge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385638"/>
              <a:ext cx="15376310" cy="215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 quality is uncertain.</a:t>
              </a: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makes the optimization problem stochastic.</a:t>
              </a:r>
              <a:endParaRPr lang="en-IN" sz="3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39605" y="2009666"/>
            <a:ext cx="9183581" cy="3703789"/>
            <a:chOff x="0" y="-123825"/>
            <a:chExt cx="12244775" cy="4938384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123825"/>
              <a:ext cx="11050774" cy="1173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279"/>
                </a:lnSpc>
              </a:pPr>
              <a:r>
                <a:rPr lang="en-IN" sz="54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UAV must:</a:t>
              </a:r>
              <a:endParaRPr lang="en-US" sz="5199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560" y="1248456"/>
              <a:ext cx="12165215" cy="3566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98828" lvl="1" indent="-399414">
                <a:lnSpc>
                  <a:spcPct val="150000"/>
                </a:lnSpc>
                <a:buFont typeface="Arial"/>
                <a:buChar char="•"/>
              </a:pPr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Travel from start to destination</a:t>
              </a:r>
            </a:p>
            <a:p>
              <a:pPr marL="798828" lvl="1" indent="-399414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Maintain reliable communication</a:t>
              </a:r>
            </a:p>
            <a:p>
              <a:pPr marL="798828" lvl="1" indent="-399414">
                <a:lnSpc>
                  <a:spcPct val="150000"/>
                </a:lnSpc>
                <a:buFont typeface="Arial"/>
                <a:buChar char="•"/>
              </a:pPr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Minimize energy and path length</a:t>
              </a:r>
            </a:p>
          </p:txBody>
        </p:sp>
      </p:grpSp>
      <p:sp>
        <p:nvSpPr>
          <p:cNvPr id="32" name="Rectangle 9">
            <a:extLst>
              <a:ext uri="{FF2B5EF4-FFF2-40B4-BE49-F238E27FC236}">
                <a16:creationId xmlns:a16="http://schemas.microsoft.com/office/drawing/2014/main" id="{F2260E78-9E27-AF51-091D-473F36546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12063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28600" y="358660"/>
            <a:ext cx="17301600" cy="1958400"/>
          </a:xfrm>
          <a:custGeom>
            <a:avLst/>
            <a:gdLst/>
            <a:ahLst/>
            <a:cxnLst/>
            <a:rect l="l" t="t" r="r" b="b"/>
            <a:pathLst>
              <a:path w="23066341" h="2651127">
                <a:moveTo>
                  <a:pt x="0" y="0"/>
                </a:moveTo>
                <a:lnTo>
                  <a:pt x="23066341" y="0"/>
                </a:lnTo>
                <a:lnTo>
                  <a:pt x="23066341" y="2651127"/>
                </a:lnTo>
                <a:lnTo>
                  <a:pt x="0" y="2651127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104573" r="8822" b="-104573"/>
            </a:stretch>
          </a:blipFill>
        </p:spPr>
        <p:txBody>
          <a:bodyPr/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Decision Variable?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57794" y="3523784"/>
            <a:ext cx="11940226" cy="61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9414" lvl="1" algn="ctr">
              <a:lnSpc>
                <a:spcPts val="5179"/>
              </a:lnSpc>
            </a:pP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P=UAV trajectory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70618"/>
            <a:ext cx="9234368" cy="89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19"/>
              </a:lnSpc>
            </a:pPr>
            <a:r>
              <a:rPr lang="en-IN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variable is:</a:t>
            </a:r>
            <a:endParaRPr lang="en-US" sz="5299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4657192"/>
            <a:ext cx="9234368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UAV chooses: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5685510"/>
            <a:ext cx="10916365" cy="1299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828" lvl="1" indent="-399414">
              <a:lnSpc>
                <a:spcPts val="5179"/>
              </a:lnSpc>
              <a:buFont typeface="Arial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3D position over time.</a:t>
            </a:r>
          </a:p>
          <a:p>
            <a:pPr marL="399414" lvl="1">
              <a:lnSpc>
                <a:spcPts val="5179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choose the best trajectory P.</a:t>
            </a:r>
            <a:endParaRPr lang="en-US" sz="3699" u="sng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0" y="10134600"/>
            <a:ext cx="13716000" cy="152400"/>
          </a:xfrm>
          <a:custGeom>
            <a:avLst/>
            <a:gdLst/>
            <a:ahLst/>
            <a:cxnLst/>
            <a:rect l="l" t="t" r="r" b="b"/>
            <a:pathLst>
              <a:path w="13716000" h="1524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1" b="-398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4600"/>
            <a:ext cx="3898078" cy="152400"/>
          </a:xfrm>
          <a:custGeom>
            <a:avLst/>
            <a:gdLst/>
            <a:ahLst/>
            <a:cxnLst/>
            <a:rect l="l" t="t" r="r" b="b"/>
            <a:pathLst>
              <a:path w="3898078" h="152400">
                <a:moveTo>
                  <a:pt x="0" y="0"/>
                </a:moveTo>
                <a:lnTo>
                  <a:pt x="3898078" y="0"/>
                </a:lnTo>
                <a:lnTo>
                  <a:pt x="3898078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86081" b="-184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8220" y="9058418"/>
            <a:ext cx="2048723" cy="898484"/>
          </a:xfrm>
          <a:custGeom>
            <a:avLst/>
            <a:gdLst/>
            <a:ahLst/>
            <a:cxnLst/>
            <a:rect l="l" t="t" r="r" b="b"/>
            <a:pathLst>
              <a:path w="2048723" h="898484">
                <a:moveTo>
                  <a:pt x="0" y="0"/>
                </a:moveTo>
                <a:lnTo>
                  <a:pt x="2048722" y="0"/>
                </a:lnTo>
                <a:lnTo>
                  <a:pt x="2048722" y="898484"/>
                </a:lnTo>
                <a:lnTo>
                  <a:pt x="0" y="898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571" t="-164493" r="-72155" b="-16485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04800" y="642214"/>
            <a:ext cx="17299755" cy="19597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648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Formulation</a:t>
            </a:r>
            <a:endParaRPr lang="en-US" sz="8000" b="1" dirty="0"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538219" y="2381858"/>
            <a:ext cx="10663181" cy="1789087"/>
            <a:chOff x="0" y="-123825"/>
            <a:chExt cx="10821062" cy="238545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23825"/>
              <a:ext cx="10821062" cy="1126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39"/>
                </a:lnSpc>
              </a:pPr>
              <a:r>
                <a:rPr lang="en-US" sz="54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If everything were known perfectly:</a:t>
              </a:r>
              <a:endParaRPr lang="en-US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446530"/>
              <a:ext cx="10364788" cy="815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79"/>
                </a:lnSpc>
              </a:pPr>
              <a:endParaRPr lang="en-US" sz="3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1865" y="5382691"/>
            <a:ext cx="11413200" cy="2955261"/>
            <a:chOff x="0" y="-123825"/>
            <a:chExt cx="15217600" cy="3940348"/>
          </a:xfrm>
        </p:grpSpPr>
        <p:sp>
          <p:nvSpPr>
            <p:cNvPr id="19" name="TextBox 19"/>
            <p:cNvSpPr txBox="1"/>
            <p:nvPr/>
          </p:nvSpPr>
          <p:spPr>
            <a:xfrm>
              <a:off x="402617" y="-123825"/>
              <a:ext cx="14814983" cy="1148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139"/>
                </a:lnSpc>
              </a:pPr>
              <a:r>
                <a:rPr lang="en-IN" sz="51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Assumption</a:t>
              </a:r>
              <a:r>
                <a:rPr lang="en-IN" sz="5400" dirty="0"/>
                <a:t>:</a:t>
              </a:r>
              <a:endParaRPr lang="en-US" sz="5100" b="1" dirty="0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354311"/>
              <a:ext cx="11833507" cy="2462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 quality is fixed and predictable.</a:t>
              </a:r>
            </a:p>
            <a:p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is unrealistic.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C252E544-DD5A-6325-AB54-E683AF72DB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95" t="4816" r="5293" b="37964"/>
          <a:stretch>
            <a:fillRect/>
          </a:stretch>
        </p:blipFill>
        <p:spPr>
          <a:xfrm>
            <a:off x="741865" y="3419947"/>
            <a:ext cx="9448800" cy="1988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28600" y="652963"/>
            <a:ext cx="17299755" cy="195977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648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Does Randomness Enter?</a:t>
            </a:r>
            <a:endParaRPr lang="en-US" sz="8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4400" y="3002869"/>
            <a:ext cx="14139026" cy="30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UAV and user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Line-of-Sight (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Non-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fading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effects</a:t>
            </a:r>
          </a:p>
          <a:p>
            <a:pPr marL="798828" lvl="1" indent="-399414" algn="l">
              <a:lnSpc>
                <a:spcPts val="5179"/>
              </a:lnSpc>
              <a:buFont typeface="Arial"/>
              <a:buChar char="•"/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" y="2093132"/>
            <a:ext cx="13110326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53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depends 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5734239"/>
            <a:ext cx="9234368" cy="89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19"/>
              </a:lnSpc>
            </a:pPr>
            <a:r>
              <a:rPr lang="en-IN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variables involved</a:t>
            </a:r>
            <a:endParaRPr lang="en-US" sz="5299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8"/>
              <p:cNvSpPr txBox="1"/>
              <p:nvPr/>
            </p:nvSpPr>
            <p:spPr>
              <a:xfrm>
                <a:off x="914400" y="6972300"/>
                <a:ext cx="12884944" cy="252376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state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SNR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rate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the cost function becomes random.</a:t>
                </a:r>
              </a:p>
            </p:txBody>
          </p:sp>
        </mc:Choice>
        <mc:Fallback>
          <p:sp>
            <p:nvSpPr>
              <p:cNvPr id="8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6972300"/>
                <a:ext cx="12884944" cy="2523768"/>
              </a:xfrm>
              <a:prstGeom prst="rect">
                <a:avLst/>
              </a:prstGeom>
              <a:blipFill>
                <a:blip r:embed="rId2"/>
                <a:stretch>
                  <a:fillRect l="-2365" t="-6280"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56971" y="10346838"/>
            <a:ext cx="13716000" cy="152400"/>
          </a:xfrm>
          <a:custGeom>
            <a:avLst/>
            <a:gdLst/>
            <a:ahLst/>
            <a:cxnLst/>
            <a:rect l="l" t="t" r="r" b="b"/>
            <a:pathLst>
              <a:path w="13716000" h="1524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1" b="-398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9029" y="10346838"/>
            <a:ext cx="3898078" cy="152400"/>
          </a:xfrm>
          <a:custGeom>
            <a:avLst/>
            <a:gdLst/>
            <a:ahLst/>
            <a:cxnLst/>
            <a:rect l="l" t="t" r="r" b="b"/>
            <a:pathLst>
              <a:path w="3898078" h="152400">
                <a:moveTo>
                  <a:pt x="0" y="0"/>
                </a:moveTo>
                <a:lnTo>
                  <a:pt x="3898078" y="0"/>
                </a:lnTo>
                <a:lnTo>
                  <a:pt x="3898078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86081" b="-1846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60893" y="10346838"/>
            <a:ext cx="3898078" cy="158248"/>
          </a:xfrm>
          <a:custGeom>
            <a:avLst/>
            <a:gdLst/>
            <a:ahLst/>
            <a:cxnLst/>
            <a:rect l="l" t="t" r="r" b="b"/>
            <a:pathLst>
              <a:path w="3898078" h="158248">
                <a:moveTo>
                  <a:pt x="0" y="0"/>
                </a:moveTo>
                <a:lnTo>
                  <a:pt x="3898078" y="0"/>
                </a:lnTo>
                <a:lnTo>
                  <a:pt x="3898078" y="158248"/>
                </a:lnTo>
                <a:lnTo>
                  <a:pt x="0" y="15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00885" b="-1846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9191" y="9270656"/>
            <a:ext cx="2048723" cy="898484"/>
          </a:xfrm>
          <a:custGeom>
            <a:avLst/>
            <a:gdLst/>
            <a:ahLst/>
            <a:cxnLst/>
            <a:rect l="l" t="t" r="r" b="b"/>
            <a:pathLst>
              <a:path w="2048723" h="898484">
                <a:moveTo>
                  <a:pt x="0" y="0"/>
                </a:moveTo>
                <a:lnTo>
                  <a:pt x="2048722" y="0"/>
                </a:lnTo>
                <a:lnTo>
                  <a:pt x="2048722" y="898484"/>
                </a:lnTo>
                <a:lnTo>
                  <a:pt x="0" y="898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571" t="-164493" r="-72155" b="-164858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174987" y="9639254"/>
            <a:ext cx="826684" cy="566139"/>
            <a:chOff x="0" y="0"/>
            <a:chExt cx="1102246" cy="7548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2242" cy="754854"/>
            </a:xfrm>
            <a:custGeom>
              <a:avLst/>
              <a:gdLst/>
              <a:ahLst/>
              <a:cxnLst/>
              <a:rect l="l" t="t" r="r" b="b"/>
              <a:pathLst>
                <a:path w="1102242" h="754854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r="-3786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02246" cy="7739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8080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58171" y="9639245"/>
            <a:ext cx="4316816" cy="566139"/>
            <a:chOff x="0" y="0"/>
            <a:chExt cx="5755754" cy="7548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55756" cy="754854"/>
            </a:xfrm>
            <a:custGeom>
              <a:avLst/>
              <a:gdLst/>
              <a:ahLst/>
              <a:cxnLst/>
              <a:rect l="l" t="t" r="r" b="b"/>
              <a:pathLst>
                <a:path w="5755756" h="754854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573" b="-98572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755754" cy="7739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dirty="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01/07/19</a:t>
              </a:r>
            </a:p>
          </p:txBody>
        </p:sp>
      </p:grpSp>
      <p:sp>
        <p:nvSpPr>
          <p:cNvPr id="23" name="TextBox 4">
            <a:extLst>
              <a:ext uri="{FF2B5EF4-FFF2-40B4-BE49-F238E27FC236}">
                <a16:creationId xmlns:a16="http://schemas.microsoft.com/office/drawing/2014/main" id="{68E4141A-973D-9882-9FAE-ABECCF68F5F7}"/>
              </a:ext>
            </a:extLst>
          </p:cNvPr>
          <p:cNvSpPr txBox="1"/>
          <p:nvPr/>
        </p:nvSpPr>
        <p:spPr>
          <a:xfrm>
            <a:off x="381000" y="533860"/>
            <a:ext cx="18064800" cy="195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648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Structure</a:t>
            </a:r>
            <a:endParaRPr lang="en-US" sz="8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22358CB4-6BB2-0BEA-D2BC-19C757DC4707}"/>
              </a:ext>
            </a:extLst>
          </p:cNvPr>
          <p:cNvSpPr txBox="1"/>
          <p:nvPr/>
        </p:nvSpPr>
        <p:spPr>
          <a:xfrm>
            <a:off x="935282" y="1731989"/>
            <a:ext cx="13110326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53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chain of dependence:</a:t>
            </a:r>
            <a:endParaRPr lang="en-IN" sz="53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6485023B-2F8F-2257-AA7E-7BEA9DDBFC82}"/>
              </a:ext>
            </a:extLst>
          </p:cNvPr>
          <p:cNvSpPr txBox="1"/>
          <p:nvPr/>
        </p:nvSpPr>
        <p:spPr>
          <a:xfrm>
            <a:off x="885371" y="7467469"/>
            <a:ext cx="1288494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that: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trajectory affects communication reliability indirectly.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982D67E-4DCA-75F1-53CD-555AFC5467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82" y="2562986"/>
            <a:ext cx="5617918" cy="4615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1000" y="645862"/>
            <a:ext cx="18063030" cy="195977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648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Optimization Formulation</a:t>
            </a:r>
            <a:endParaRPr lang="en-US" sz="8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88134" y="2291824"/>
            <a:ext cx="9715500" cy="815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3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communication is random: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8133" y="7102625"/>
            <a:ext cx="16209567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are minimizing the expected cost.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stochastic optimization problem.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7B9CF0-8989-9AAD-E086-74EDC2ED3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33" y="3405957"/>
            <a:ext cx="8381757" cy="33219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04800" y="615891"/>
            <a:ext cx="16269879" cy="19597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648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Expectation Is Not Enough</a:t>
            </a:r>
            <a:endParaRPr lang="en-US" sz="8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41829" y="3043743"/>
            <a:ext cx="11940226" cy="4739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A: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average rate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fluctuations</a:t>
            </a: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B: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lower average rate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stable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1978704"/>
            <a:ext cx="9234368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possible paths: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829" y="8130854"/>
            <a:ext cx="172593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minimize only expectation,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may choose an unstable path.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introduces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4476578-83E6-A4FC-D082-027993850172}"/>
              </a:ext>
            </a:extLst>
          </p:cNvPr>
          <p:cNvSpPr/>
          <p:nvPr/>
        </p:nvSpPr>
        <p:spPr>
          <a:xfrm>
            <a:off x="2133600" y="10172465"/>
            <a:ext cx="13716000" cy="152400"/>
          </a:xfrm>
          <a:custGeom>
            <a:avLst/>
            <a:gdLst/>
            <a:ahLst/>
            <a:cxnLst/>
            <a:rect l="l" t="t" r="r" b="b"/>
            <a:pathLst>
              <a:path w="13716000" h="1524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1" b="-3981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57200" y="694475"/>
            <a:ext cx="15355481" cy="195977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648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Jensen’s Inequality Insight</a:t>
            </a:r>
            <a:endParaRPr lang="en-US" sz="8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91457" y="2182986"/>
            <a:ext cx="9234368" cy="89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19"/>
              </a:lnSpc>
            </a:pPr>
            <a:r>
              <a:rPr lang="en-IN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rate:</a:t>
            </a:r>
            <a:endParaRPr lang="en-US" sz="5299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09600" y="6302389"/>
            <a:ext cx="9234368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5808" y="7438210"/>
            <a:ext cx="17672192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 in SNR reduces effective rate.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uncertainty directly harms performance.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796CCE-B4EC-01D2-C29D-A5A2E5E88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23"/>
          <a:stretch>
            <a:fillRect/>
          </a:stretch>
        </p:blipFill>
        <p:spPr>
          <a:xfrm>
            <a:off x="591457" y="3397882"/>
            <a:ext cx="9367282" cy="23600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56022" y="564744"/>
            <a:ext cx="17299755" cy="19597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648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Risk-Aware Formulation</a:t>
            </a:r>
            <a:endParaRPr lang="en-US" sz="8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56022" y="1917777"/>
            <a:ext cx="11940226" cy="874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419"/>
              </a:lnSpc>
            </a:pP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only minimizing expectation:</a:t>
            </a:r>
            <a:endParaRPr lang="en-US" sz="5299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85800" y="6667500"/>
            <a:ext cx="84201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shows: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7883562"/>
            <a:ext cx="17672192" cy="270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 in SNR reduces achievable data rate.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directly impacts system performance.</a:t>
            </a: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understanding randomness is essential.</a:t>
            </a:r>
          </a:p>
          <a:p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8D6F13-8077-2D78-FA92-58AE2D3DA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51" y="3289775"/>
            <a:ext cx="11196580" cy="28797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015F2-354C-0D7A-526D-65A86540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F16A9012-F0E0-A7BE-B7C7-E6E150BB5797}"/>
              </a:ext>
            </a:extLst>
          </p:cNvPr>
          <p:cNvSpPr txBox="1"/>
          <p:nvPr/>
        </p:nvSpPr>
        <p:spPr>
          <a:xfrm>
            <a:off x="397837" y="708887"/>
            <a:ext cx="17299755" cy="124376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648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</a:t>
            </a:r>
            <a:endParaRPr lang="en-US" sz="8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9CF1BD8-5A4B-382A-864B-0F643A2FDE32}"/>
              </a:ext>
            </a:extLst>
          </p:cNvPr>
          <p:cNvSpPr txBox="1"/>
          <p:nvPr/>
        </p:nvSpPr>
        <p:spPr>
          <a:xfrm>
            <a:off x="361551" y="1952653"/>
            <a:ext cx="17837975" cy="1823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419"/>
              </a:lnSpc>
            </a:pP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Spherical Vector-based Particle Swarm Optimization (SPSO)</a:t>
            </a:r>
            <a:endParaRPr lang="en-US" sz="5299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B2C4DD3-3065-5866-1012-A116138C000E}"/>
              </a:ext>
            </a:extLst>
          </p:cNvPr>
          <p:cNvSpPr txBox="1"/>
          <p:nvPr/>
        </p:nvSpPr>
        <p:spPr>
          <a:xfrm>
            <a:off x="444442" y="4229100"/>
            <a:ext cx="17672192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points: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 represent candidate trajectories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numbers guide exploration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 is probabilistic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the algorithm itself is stochastic.</a:t>
            </a:r>
          </a:p>
        </p:txBody>
      </p:sp>
    </p:spTree>
    <p:extLst>
      <p:ext uri="{BB962C8B-B14F-4D97-AF65-F5344CB8AC3E}">
        <p14:creationId xmlns:p14="http://schemas.microsoft.com/office/powerpoint/2010/main" val="2420233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93632-B8F9-E3CC-365B-1F67B87D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44B8D09C-5941-233B-DBFB-6D3300771D29}"/>
              </a:ext>
            </a:extLst>
          </p:cNvPr>
          <p:cNvSpPr txBox="1"/>
          <p:nvPr/>
        </p:nvSpPr>
        <p:spPr>
          <a:xfrm>
            <a:off x="361551" y="611981"/>
            <a:ext cx="14745878" cy="185336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648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Evaluation</a:t>
            </a:r>
            <a:endParaRPr lang="en-US" sz="8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3B6D6CC-2939-20B3-0E7C-6D8A8591E36F}"/>
              </a:ext>
            </a:extLst>
          </p:cNvPr>
          <p:cNvSpPr txBox="1"/>
          <p:nvPr/>
        </p:nvSpPr>
        <p:spPr>
          <a:xfrm>
            <a:off x="361551" y="1952653"/>
            <a:ext cx="17837975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Assumptions in the paper: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obstacles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channel model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wind disturbance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position knowledge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BFA3C9A-DB8D-38A2-2899-A5EA5356B938}"/>
              </a:ext>
            </a:extLst>
          </p:cNvPr>
          <p:cNvSpPr txBox="1"/>
          <p:nvPr/>
        </p:nvSpPr>
        <p:spPr>
          <a:xfrm>
            <a:off x="307903" y="5981700"/>
            <a:ext cx="17672192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systems include: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noise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obstacles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uncertainty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risk modeling becomes important.</a:t>
            </a:r>
          </a:p>
        </p:txBody>
      </p:sp>
    </p:spTree>
    <p:extLst>
      <p:ext uri="{BB962C8B-B14F-4D97-AF65-F5344CB8AC3E}">
        <p14:creationId xmlns:p14="http://schemas.microsoft.com/office/powerpoint/2010/main" val="1287150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39057" y="647700"/>
            <a:ext cx="17830800" cy="19597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6480"/>
              </a:lnSpc>
            </a:pPr>
            <a:r>
              <a:rPr lang="en-US" sz="8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Summary of Group-Level Understanding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4941040"/>
            <a:ext cx="14134164" cy="3375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3714" indent="-571500">
              <a:lnSpc>
                <a:spcPts val="5179"/>
              </a:lnSpc>
              <a:buFont typeface="Arial" panose="020B0604020202020204" pitchFamily="34" charset="0"/>
              <a:buChar char="•"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planning is a decision under uncertainty.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variability affects performance.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Expectation alone is insufficient.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Risk-aware optimization improves reliability.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Jensen’s inequality shows impact of variability.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0771" y="3238500"/>
            <a:ext cx="9234368" cy="93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1" dirty="0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Takeaways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54B6A-A7B4-B5A4-56A6-77779D570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D56D85E4-C09A-F90C-E80E-57B74B1963C3}"/>
              </a:ext>
            </a:extLst>
          </p:cNvPr>
          <p:cNvSpPr txBox="1"/>
          <p:nvPr/>
        </p:nvSpPr>
        <p:spPr>
          <a:xfrm>
            <a:off x="581763" y="1028700"/>
            <a:ext cx="9234368" cy="89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19"/>
              </a:lnSpc>
            </a:pPr>
            <a:r>
              <a:rPr lang="en-IN" sz="5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5299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BFA19F1-B326-3D02-CAA2-524AE7D8C0C7}"/>
              </a:ext>
            </a:extLst>
          </p:cNvPr>
          <p:cNvSpPr txBox="1"/>
          <p:nvPr/>
        </p:nvSpPr>
        <p:spPr>
          <a:xfrm>
            <a:off x="599906" y="2552700"/>
            <a:ext cx="16442664" cy="609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transformed the problem from:</a:t>
            </a: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optimization</a:t>
            </a: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Stochastic, risk-aware optimization.</a:t>
            </a: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provides deeper understanding of: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Randomness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modeling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under uncertainty</a:t>
            </a:r>
          </a:p>
        </p:txBody>
      </p:sp>
    </p:spTree>
    <p:extLst>
      <p:ext uri="{BB962C8B-B14F-4D97-AF65-F5344CB8AC3E}">
        <p14:creationId xmlns:p14="http://schemas.microsoft.com/office/powerpoint/2010/main" val="4271423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415</Words>
  <Application>Microsoft Office PowerPoint</Application>
  <PresentationFormat>Custom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Times New Roman</vt:lpstr>
      <vt:lpstr>Arial</vt:lpstr>
      <vt:lpstr>Cambria Math</vt:lpstr>
      <vt:lpstr>Calibri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M1_ppt</dc:title>
  <cp:lastModifiedBy>srujany2006@gmail.com</cp:lastModifiedBy>
  <cp:revision>6</cp:revision>
  <dcterms:created xsi:type="dcterms:W3CDTF">2006-08-16T00:00:00Z</dcterms:created>
  <dcterms:modified xsi:type="dcterms:W3CDTF">2026-02-19T07:21:34Z</dcterms:modified>
  <dc:identifier>DAG5B3Y_t94</dc:identifier>
</cp:coreProperties>
</file>